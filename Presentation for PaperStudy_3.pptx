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4"/>
    <p:restoredTop sz="94681"/>
  </p:normalViewPr>
  <p:slideViewPr>
    <p:cSldViewPr snapToGrid="0">
      <p:cViewPr>
        <p:scale>
          <a:sx n="79" d="100"/>
          <a:sy n="79" d="100"/>
        </p:scale>
        <p:origin x="200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FD855-19A8-9FC7-5500-FBE53BA6D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C53A0E-C522-8FA6-BDA4-2AC412763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2D490-6EA9-143A-BF35-E888C991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46380-440E-2ACD-7513-355228DB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CF8484-38AC-09AE-CE67-DD6F7D54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303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35C0B-D15B-3900-4A9A-6DB92A88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6BF2A-4282-75D3-75D3-61C4C335B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AA8F31-08FF-2AD4-D39B-2DD71414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5F52D3-3543-C96D-D6C1-4A9051DC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46B869-4E7B-7A91-0A6E-1760C011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041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58129-CCEB-DA54-24A4-63F8611A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267E91-6FFB-3614-FF65-2DA25DD34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4AE655-91E9-6067-4BE9-DA836CF7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979CB1-CCE8-FD54-D711-AFB8C55E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14C58F-C917-EF82-A35F-0A91E418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139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22E16-7228-A60B-7B5B-E013885D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089051-E989-E18E-1185-4BFABA602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7C2D3C4-4A6F-0BF2-436D-913245ACD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AC46B3-57FD-941B-E7BA-62A7CC79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73BC36-FB03-3591-2779-9FB42B65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89E12B-97AF-7209-0F59-3DD0A39E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9130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1C8A2-0E41-BCC3-F9FD-5FE8DB9F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47CDB6-FAFE-2937-944F-47BDC0A47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99B8EF-66C2-E356-EDD3-2F30F0F2C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8498C79-7E41-267F-1FD1-002AB9961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F87D30-4DE6-BED4-2856-D99C0DF63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2AE2AF-AEB8-7F10-39C9-42BF35E07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F350E6-17B0-96AC-B2FA-5F620842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DFF58C-5881-75E3-73C9-6CCF180A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030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E196FD-AEAA-21E2-4531-81D5D1A2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23D086-6F0D-11E5-73FB-37A1CFF6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E230EC-D2E9-4E04-3A75-62CDF10C3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F75241-C0B1-7BD3-6DA4-8CDC0BC4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72848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9ED42C-F9F4-4DB4-B848-F11435B4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5C3A68-1DFC-3C23-05AE-10006BF2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FDF0E2-A0DB-DCF4-2465-AA86EE2B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6630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A39EB4-3BA2-EBD7-18E3-2BDC7028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BDDE5B-749B-8868-3869-371F72F50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47DBCF4-57AA-6EC6-FCE7-1B58151FA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15447A-7E93-6857-2046-F8A9E16B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9286C6-1F9A-6BAC-7526-E6235C08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722D72-BCFF-BC98-5D28-511C8CCC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026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3ECFC-C054-6FC2-4DA2-CE76CE44D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9D6329-C145-2D3D-91A1-9E96A8851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55AABB-E106-874C-4835-04D5E0053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D3F1D5-7CAC-62AA-2B29-83D7620BB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D9CD7A-F434-98DB-E582-EA4C7741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C43C96-15AC-7A2C-4009-339202788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6770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74263-66BC-9BF6-D915-62C8359D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93EBC0-2B2D-1864-C434-609706527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9B3657-F7B0-A6E2-BF5F-4B86C7C8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A11679-0A08-3F7A-F3E6-CAF3742A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822CE9-3CC4-0F29-E809-61AD33D4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985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270F70-A8EF-6579-9861-7C3B8D8352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ECC18C-BDF9-1BA2-4E6D-7E441E2EC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ABF26B-9878-E4E1-ACA7-45D3AADE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043799-0C0E-FED4-0BD7-720871EA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E27B9-8F63-2FAB-14E4-4BD64C03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966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EE073E-8EC8-162A-BFF1-FF607C617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B4BB10-A269-A8E7-FE08-FBE3FCA21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03A7FE-89B6-48B8-6304-9DC19983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F7D4A-382D-A447-9B3F-307FA550AA7B}" type="datetimeFigureOut">
              <a:rPr kumimoji="1" lang="ko-KR" altLang="en-US" smtClean="0"/>
              <a:t>2026. 4. 2.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57D67-21D9-C71C-C7B5-E6B385F13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15DB97-53B5-29A1-02B3-A5B6B80D1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DF119-D377-E84B-82B5-5B011B3845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700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22C5E-6B6B-9404-3ADD-C6E0EF6D9B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 err="1"/>
              <a:t>논문리딩</a:t>
            </a:r>
            <a:r>
              <a:rPr kumimoji="1" lang="ko-KR" altLang="en-US" dirty="0"/>
              <a:t> </a:t>
            </a:r>
            <a:r>
              <a:rPr kumimoji="1" lang="en-US" altLang="ko-KR" dirty="0"/>
              <a:t>3</a:t>
            </a:r>
            <a:r>
              <a:rPr kumimoji="1" lang="ko-KR" altLang="en-US" dirty="0"/>
              <a:t>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B4B400-9C36-4F1D-C9E3-63C25A946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/>
              <a:t>김지혜 김마린 박민주 </a:t>
            </a:r>
            <a:r>
              <a:rPr kumimoji="1" lang="ko-KR" altLang="en-US" dirty="0" err="1"/>
              <a:t>전혜린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8424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07B0B-2E77-6BDD-BD36-43FDCBAF2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ko-KR" sz="3200" b="1" dirty="0"/>
              <a:t>[</a:t>
            </a:r>
            <a:r>
              <a:rPr lang="en" altLang="ko-KR" dirty="0"/>
              <a:t>Deep Residual Learning for Image Recognition CVPR 2016</a:t>
            </a:r>
            <a:r>
              <a:rPr kumimoji="1" lang="en-US" altLang="ko-KR" sz="3200" b="1" dirty="0"/>
              <a:t>]</a:t>
            </a:r>
            <a:endParaRPr kumimoji="1" lang="ko-KR" altLang="en-US" sz="3200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3EDA325-EE59-EAFC-6E77-AFF9386E5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81" t="3661" r="3496"/>
          <a:stretch>
            <a:fillRect/>
          </a:stretch>
        </p:blipFill>
        <p:spPr>
          <a:xfrm>
            <a:off x="1040780" y="1690688"/>
            <a:ext cx="4160271" cy="5028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C50EE8-EEBC-5F2A-AD28-3938C1F3C343}"/>
              </a:ext>
            </a:extLst>
          </p:cNvPr>
          <p:cNvSpPr txBox="1"/>
          <p:nvPr/>
        </p:nvSpPr>
        <p:spPr>
          <a:xfrm>
            <a:off x="5517498" y="3651091"/>
            <a:ext cx="5519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Solution for Degradation Problem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489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311A4-F6CF-C298-2A51-963B61E30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[Main Idea For Degradation Problem]</a:t>
            </a:r>
            <a:endParaRPr kumimoji="1" lang="ko-KR" altLang="en-US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C20825C-3F3A-A2FD-8223-E1E90539F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786" y="2430997"/>
            <a:ext cx="4903863" cy="28566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5AC5A8-F203-0D52-C716-FD84EF030F6F}"/>
              </a:ext>
            </a:extLst>
          </p:cNvPr>
          <p:cNvSpPr txBox="1"/>
          <p:nvPr/>
        </p:nvSpPr>
        <p:spPr>
          <a:xfrm>
            <a:off x="7728755" y="2982143"/>
            <a:ext cx="5054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[Learning Residually]</a:t>
            </a:r>
          </a:p>
          <a:p>
            <a:r>
              <a:rPr kumimoji="1" lang="en-US" altLang="ko-KR" dirty="0"/>
              <a:t>F(x) = H(x) – x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Output = F(x) + x</a:t>
            </a:r>
          </a:p>
          <a:p>
            <a:endParaRPr kumimoji="1" lang="en-US" altLang="ko-KR" dirty="0"/>
          </a:p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767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03457CD-60EF-D193-D760-FEF0535346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6952" y="113080"/>
            <a:ext cx="2898096" cy="66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C0E64-3793-1C25-FEA0-2DDA9255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[Result]</a:t>
            </a:r>
            <a:endParaRPr kumimoji="1" lang="ko-KR" altLang="en-US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54B5CD3-D6FA-4A7A-15BA-CD2AF8465C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8"/>
            <a:ext cx="4981966" cy="43513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2DEB3C-945A-417B-DAC2-846A513B7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098" y="2638673"/>
            <a:ext cx="7046902" cy="245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73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13616-EB40-FFFF-D2A0-666F1641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sz="3200" dirty="0"/>
              <a:t>[</a:t>
            </a:r>
            <a:r>
              <a:rPr lang="en" altLang="ko-KR" dirty="0"/>
              <a:t>Masked Autoencoders Are Scalable Vision Learners</a:t>
            </a:r>
            <a:r>
              <a:rPr kumimoji="1" lang="en-US" altLang="ko-KR" sz="3200" dirty="0"/>
              <a:t>]</a:t>
            </a:r>
            <a:endParaRPr kumimoji="1"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76E3C7C-CA14-03C6-6A62-AACDE6A3E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174" r="2890"/>
          <a:stretch>
            <a:fillRect/>
          </a:stretch>
        </p:blipFill>
        <p:spPr>
          <a:xfrm>
            <a:off x="1222148" y="1612059"/>
            <a:ext cx="4186979" cy="5245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D84718-08B5-6B5A-4695-5B2ACC3DE3E8}"/>
              </a:ext>
            </a:extLst>
          </p:cNvPr>
          <p:cNvSpPr txBox="1"/>
          <p:nvPr/>
        </p:nvSpPr>
        <p:spPr>
          <a:xfrm>
            <a:off x="5769735" y="3039414"/>
            <a:ext cx="57697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NLP -&gt; BERT Model = Masked Autoencoder Method</a:t>
            </a:r>
          </a:p>
          <a:p>
            <a:r>
              <a:rPr kumimoji="1" lang="en-US" altLang="ko-KR" dirty="0"/>
              <a:t>                           = Transformer Model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&gt;&gt; Born to be fit in NLP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>
                <a:highlight>
                  <a:srgbClr val="FFFF00"/>
                </a:highlight>
              </a:rPr>
              <a:t>Let’s use Transformer Model in CV 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1581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C002A-66DC-9EA4-33D5-5E4F9FA2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[Main Idea Of MAE]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6937B4-FD08-8799-4025-D2C9B0A3C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2126624"/>
            <a:ext cx="5689600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8EE162-51E9-A518-91BD-0CC6050EB7BA}"/>
              </a:ext>
            </a:extLst>
          </p:cNvPr>
          <p:cNvSpPr txBox="1"/>
          <p:nvPr/>
        </p:nvSpPr>
        <p:spPr>
          <a:xfrm>
            <a:off x="6426557" y="2678806"/>
            <a:ext cx="5499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&gt;&gt;By Masking a High Portion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Difference between Language and Image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5291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12437-F05D-3B6B-C6CA-375BA6BF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[Result]</a:t>
            </a:r>
            <a:endParaRPr kumimoji="1" lang="ko-KR" altLang="en-US" b="1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ED4C42C-CE9D-946D-73B3-4C6834410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956"/>
          <a:stretch>
            <a:fillRect/>
          </a:stretch>
        </p:blipFill>
        <p:spPr>
          <a:xfrm>
            <a:off x="838200" y="1937985"/>
            <a:ext cx="6504666" cy="3896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969018-14C9-7E28-69D4-72B4A2D4478C}"/>
              </a:ext>
            </a:extLst>
          </p:cNvPr>
          <p:cNvSpPr txBox="1"/>
          <p:nvPr/>
        </p:nvSpPr>
        <p:spPr>
          <a:xfrm>
            <a:off x="7894749" y="3121840"/>
            <a:ext cx="4005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BERT = 15%</a:t>
            </a:r>
          </a:p>
          <a:p>
            <a:r>
              <a:rPr kumimoji="1" lang="en-US" altLang="ko-KR" dirty="0"/>
              <a:t>MAE for CV = 84.9%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Difference between Language and Image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9867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F6737-E3AE-F08B-43D2-1225CFA4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ko-KR" b="1" dirty="0"/>
              <a:t>[Plans for 5-7weeks]</a:t>
            </a:r>
            <a:endParaRPr kumimoji="1"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A51330-5CCD-3F54-C78B-960EA8816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Implement and verify paper findings (e.g., test whether 75% masking in MAE actually produces the best accuracy)</a:t>
            </a:r>
          </a:p>
          <a:p>
            <a:r>
              <a:rPr lang="en" altLang="ko-KR" dirty="0"/>
              <a:t>Read Diffusion Model paper</a:t>
            </a:r>
            <a:endParaRPr kumimoji="1" lang="en-US" altLang="ko-KR" dirty="0"/>
          </a:p>
          <a:p>
            <a:r>
              <a:rPr lang="en" altLang="ko-KR" dirty="0"/>
              <a:t>Apply to project (e.g., </a:t>
            </a:r>
            <a:r>
              <a:rPr lang="en" altLang="ko-KR" dirty="0" err="1"/>
              <a:t>ResNet</a:t>
            </a:r>
            <a:r>
              <a:rPr lang="en" altLang="ko-KR" dirty="0"/>
              <a:t> vs </a:t>
            </a:r>
            <a:r>
              <a:rPr lang="en" altLang="ko-KR" dirty="0" err="1"/>
              <a:t>ViT</a:t>
            </a:r>
            <a:r>
              <a:rPr lang="en" altLang="ko-KR" dirty="0"/>
              <a:t> performance comparison)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0911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2766</TotalTime>
  <Words>168</Words>
  <Application>Microsoft Macintosh PowerPoint</Application>
  <PresentationFormat>와이드스크린</PresentationFormat>
  <Paragraphs>31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논문리딩 3조</vt:lpstr>
      <vt:lpstr>[Deep Residual Learning for Image Recognition CVPR 2016]</vt:lpstr>
      <vt:lpstr>[Main Idea For Degradation Problem]</vt:lpstr>
      <vt:lpstr>PowerPoint 프레젠테이션</vt:lpstr>
      <vt:lpstr>[Result]</vt:lpstr>
      <vt:lpstr>[Masked Autoencoders Are Scalable Vision Learners]</vt:lpstr>
      <vt:lpstr>[Main Idea Of MAE]</vt:lpstr>
      <vt:lpstr>[Result]</vt:lpstr>
      <vt:lpstr>[Plans for 5-7weeks]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김마린</dc:creator>
  <cp:lastModifiedBy>김마린</cp:lastModifiedBy>
  <cp:revision>4</cp:revision>
  <dcterms:created xsi:type="dcterms:W3CDTF">2026-03-31T01:50:32Z</dcterms:created>
  <dcterms:modified xsi:type="dcterms:W3CDTF">2026-04-02T06:49:17Z</dcterms:modified>
</cp:coreProperties>
</file>